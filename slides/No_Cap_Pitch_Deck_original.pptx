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0192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019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96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MUICT &amp; THE MALL HACKATHON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Smart Retail Solutions for a Sustainable Future  ·  Proposal Round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No Cap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C896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ป้ายนี้ไม่มีหลอก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245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3DE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ป้ายบอกที่จอดรถอัจฉริยะ ที่นับ “จำนวนรถที่กำลังแย่งช่องจอด” แทนการนับแค่ช่องว่าง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ทีม Urgent Sud Sud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574243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18120" y="5742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เข้าได้เลย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92640" y="574243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92640" y="5742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ขึ้นชั้นบน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ปัญหาในวันนี้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Occupancy signs count empty slots — not who's about to grab them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2130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ทำไมป้ายบอกที่จอดรถถึงไม่น่าเชื่อถือ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ป้ายปัจจุบันนับแค่ “จำนวนช่องว่าง” โดยไม่นับรวมรถที่กำลังขับวนหาที่จอดอยู่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ข้อมูลคลาดเคลื่อนมากที่สุดในช่วงรถหนาแน่น — ซึ่งเป็นช่วงที่คนขับต้องการความแม่นยำมากที่สุดพอดี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เมื่อตัวเลขในอดีตไม่ตรงกับสิ่งที่เจอจริงบนชั้น คนขับก็เลิกเชื่อป้าย และกลับไปขับวนหาเอง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ต้นทุนของความคลาดเคลื่อน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2258568"/>
            <a:ext cx="4206240" cy="1691640"/>
          </a:xfrm>
          <a:prstGeom prst="roundRect">
            <a:avLst>
              <a:gd name="adj" fmla="val 486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589520" y="2350008"/>
            <a:ext cx="393192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 ใน 5 คัน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3273552"/>
            <a:ext cx="393192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เลือกขึ้นชั้นผิด เมื่อศูนย์ฯ มีรถเข้า 3,000 คัน ในวันเสาร์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52360" y="4087368"/>
            <a:ext cx="4206240" cy="1947672"/>
          </a:xfrm>
          <a:prstGeom prst="roundRect">
            <a:avLst>
              <a:gd name="adj" fmla="val 422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589520" y="4178808"/>
            <a:ext cx="3931920" cy="1129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20 ชม. + 40 kg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255971"/>
            <a:ext cx="3931920" cy="74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เวลารวมของลูกค้า (ชม.) และ CO2e (kg) ที่เสียไปภายในวันเดียว จากการเลือกชั้นผิด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3" name="Image 0" descr="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02 · THE SOLUTION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แนวคิดหลัก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Measure who's competing for a slot, not just how many slots are open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เปลี่ยนตัวแปรที่วัด จาก “ช่องว่างที่เหลือ” เป็น “จำนวนรถที่กำลังแย่งช่องจอดบนชั้นนั้น”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ใช้ข้อมูล 2 ชุดที่ศูนย์การค้าตรวจวัดอยู่แล้ว — ไม่ต้องวางระบบเซนเซอร์ใหม่ทั้งหมด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ช่องว่างที่เหลือ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935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จากเซนเซอร์ประจำช่องจอด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306324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931920" y="306324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160520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จำนวนรถบนชั้น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35935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จากกล้องนับรถที่ทางลาด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06324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=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315200" y="306324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543800" y="3227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รถที่กำลังวนหาที่จอด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359359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ตัวเลขที่แสดงบนป้าย — ได้จากการลบกันตรง ๆ ไม่ใช่การประมาณการ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เนื่องจากทางลาดเป็นทางเดินรถทางเดียว ป้ายจึงเปรียบเทียบข้อมูลกับชั้นถัดไป แล้วแสดงคำแนะนำ 2 สถานะ เพื่อช่วยตัดสินใจตรงจุดที่ต้องเลี้ยวจริง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" name="Image 0" descr="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03 · DECISION LOGIC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ตรรกะการตัดสินใจตรงทางลาด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A one-way ramp turns every stop into an optimal-stopping problem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2130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ทำไมต้องออกแบบให้เอนเอียง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ทางลาดเป็นทางเดินรถทางเดียว ขับผ่านชั้นใดไปแล้วย้อนกลับมาเลือกใหม่ไม่ได้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ป้ายจึงตั้งใจให้น้ำหนักไปทาง “แนะนำให้เข้าจอดชั้นนี้” เป็นค่าเริ่มต้นก่อนเสมอ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หากแนะนำผิดโดยบอกให้ขับขึ้น คนขับจะย้อนกลับไม่ได้ (เสียหายมาก) แต่หากแนะนำผิดโดยบอกให้เลี้ยวเข้า คนขับเสียแค่เวลาไปวนสั้น ๆ (เสียหายน้อย)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มีระบบ hysteresis หน่วงเวลาการเปลี่ยนคำแนะนำ กันไม่ให้ป้ายสลับข้อความถี่เกินไป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เมื่อเซนเซอร์ตรวจวัดได้ไม่ครอบคลุม หรือค่าจากสองระบบขัดแย้งกันผิดปกติ ป้ายจะหยุดแสดงคำแนะนำแทนการเดา</a:t>
            </a:r>
            <a:endParaRPr lang="en-US" sz="133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สถานะที่แสดงบนป้าย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2258568"/>
            <a:ext cx="4206240" cy="1783080"/>
          </a:xfrm>
          <a:prstGeom prst="roundRect">
            <a:avLst>
              <a:gd name="adj" fmla="val 4615"/>
            </a:avLst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26680" y="2441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เข้าได้เลย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926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ชั้นนี้เป็นตัวเลือกที่ดีที่สุดที่เหลืออยู่ — เลี้ยวเข้าจอดได้ทันที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52360" y="4206240"/>
            <a:ext cx="4206240" cy="1783080"/>
          </a:xfrm>
          <a:prstGeom prst="roundRect">
            <a:avLst>
              <a:gd name="adj" fmla="val 4615"/>
            </a:avLst>
          </a:prstGeom>
          <a:solidFill>
            <a:srgbClr val="FFB020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2668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ขึ้นชั้นบน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487375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ชั้นบนมีความพร้อมมากกว่าอย่างชัดเจน — ขับต่อขึ้นไปดีกว่า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3" name="Image 0" descr="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04 · ESG — ENVIRONMENTAL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ผลกระทบด้านสิ่งแวดล้อม (E)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Fewer wrong turns means less fuel burned inside a closed structure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965960"/>
            <a:ext cx="3246120" cy="1034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166 gCO2e/km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44368"/>
            <a:ext cx="324612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อัตราปล่อยก๊าซขั้นต่ำของรถเบนซินส่วนบุคคลในไทย ใช้เป็นเกณฑ์คำนวณ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965960"/>
            <a:ext cx="3246120" cy="1034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~66 gCO2e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944368"/>
            <a:ext cx="324612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ที่ลดได้ต่อครั้ง จากการช่วยไม่ให้เลี้ยวผิด 1 รอบ (~400 m, 2 นาที)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18745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75320" y="1965960"/>
            <a:ext cx="3246120" cy="10341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40–90%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944368"/>
            <a:ext cx="324612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CO2 ที่เพิ่มขึ้นบนทางลาดชัน ≥5% เทียบกับทางราบ (Wyatt, Li and Tate, 2014)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8680" y="41422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ทำไมทางลาดจอดรถถึงปล่อย CO2 มากกว่าถนนทั่วไป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54456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งานวิจัยของ Wyatt, Li and Tate (2014) พบว่า CO2 ที่ปล่อยเพิ่มขึ้นตอนขับขึ้นเนิน ไม่ได้ถูกหักล้างด้วยการประหยัดตอนขับลงเนิน และทางลาดในอาคารจอดรถชันกว่าถนนทั่วไป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ที่ศูนย์การค้าที่มีรถเข้า 3,000 คันในวันเสาร์ หากคนขับเลือกชั้นผิด 1 ใน 5 คัน จะเทียบเท่ากับเวลาของลูกค้ารวมกันถึง 20 ชั่วโมง และเกิด CO2e ราว 40 kg ภายในวันเดียว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05 · ESG — SOCIAL &amp; GOVERNANCE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ผลกระทบด้านสังคมและธรรมาภิบาล (S / G)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Protecting people who breathe the garage air, and data that was never collected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167128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9" name="Image 1" descr="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042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240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มิติด้านสังคม (Social)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เชื้อเพลิงถูกเผาไหม้ภายในอาคารระบบปิด ลูกค้าต้องเดินผ่านพื้นที่นี้ทุกครั้ง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พนักงานบริการที่จอดรถและเจ้าหน้าที่รักษาความปลอดภัยต้องทำงานผลัดละ 8 ชั่วโมง ท่ามกลางไอเสียของรถที่วนหาที่จอด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สุขภาพและความปลอดภัยของคนทำงาน สำคัญเท่ากับเรื่องสิ่งแวดล้อม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0" y="2167128"/>
            <a:ext cx="548640" cy="54864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4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0428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69480" y="2240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ธรรมาภิบาลและความเป็นส่วนตัว (Governance)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583680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ออกแบบการคุ้มครองความเป็นส่วนตัวไว้ในตัวอุปกรณ์ ไม่ใช่แค่เขียนไว้ในเอกสารนโยบาย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กล้องวิเคราะห์ภาพในตัวเครื่องเอง และส่งออกมาเฉพาะตัวเลขยอดนับ ไม่บันทึกวิดีโอ ไม่อ่านป้ายทะเบียน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จึงไม่มีข้อมูลส่วนบุคคลให้รั่วไหล ถูกขอเรียกดู หรือนำไปใช้ผิดวัตถุประสงค์ — สอดคล้องกับ PDPA ตั้งแต่ขั้นตอนออกแบบ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06 · INNOVATION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ความสดใหม่ของไอเดีย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Not a new gadget — a new variable, riding on hardware that's already there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2130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เปลี่ยนสิ่งที่วัด ไม่ใช่สร้างอุปกรณ์ใหม่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เท่าที่ตรวจสอบ ยังไม่พบระบบใดในปัจจุบันที่รายงานเรื่อง “การแย่งชิงช่องจอด (contention)” — ทุกระบบวัดแค่ “ความหนาแน่นของการใช้พื้นที่ (occupancy)”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ป้ายที่ใช้เซนเซอร์ช่องจอดจะมองโลกในแง่ดีเกินไป ส่วนป้ายที่ใช้กล้องนับรถทางลาดจะมองโลกในแง่ร้ายเกินไป — ทั้งสองระบบไม่ได้ชำรุด เพียงตอบคำถามคนละข้อกับที่คนขับต้องการ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สิ่งที่ติดตั้งเพิ่มมีเพียงกล้องนับรถขนาดเล็ก 2 ตัวต่อชั้น ติดไว้เหนือทางลาดเหมือนโคมไฟ ไม่ต้องตัดเจาะพื้นหรือเดินสายไฟฝังใต้ดินใหม่</a:t>
            </a:r>
            <a:endParaRPr lang="en-US" sz="1330" dirty="0"/>
          </a:p>
        </p:txBody>
      </p:sp>
      <p:sp>
        <p:nvSpPr>
          <p:cNvPr id="10" name="Shape 7"/>
          <p:cNvSpPr/>
          <p:nvPr/>
        </p:nvSpPr>
        <p:spPr>
          <a:xfrm>
            <a:off x="7452360" y="1874520"/>
            <a:ext cx="4206240" cy="4160520"/>
          </a:xfrm>
          <a:prstGeom prst="roundRect">
            <a:avLst>
              <a:gd name="adj" fmla="val 1978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0" y="2194560"/>
            <a:ext cx="548640" cy="54864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2" name="Image 1" descr="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331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ใช้ของเดิมให้เกิดประโยชน์ใหม่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0" y="36576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7E2E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ต่อยอดจากเซนเซอร์ช่องจอดที่ศูนย์การค้าลงทุนติดตั้งไปแล้ว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7E2E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หากมีกล้อง CCTV ส่องทางลาดอยู่แล้ว ดึงยอดนับจากกล้องเดิมได้เลย โดยไม่ต้องติดอุปกรณ์เพิ่ม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icons/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07 · FEASIBILITY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ความเป็นไปได้และแผนการนำไปใช้จริง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Software-first, low-cost to retrofit, with limits stated up front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21305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ต้นทุนและการติดตั้ง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โครงการนี้ใช้ซอฟต์แวร์เป็นหลัก ทำงานร่วมกับอุปกรณ์ที่ติดตั้งเพิ่มได้ง่าย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ส่วนที่มีราคาแพงอย่างเซนเซอร์ประจำช่องจอด ทางศูนย์การค้าได้จ่ายเงินติดตั้งไปแล้ว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ส่วนที่ยังขาดอยู่มีราคาถูก คือกล้องนับรถ 2 ตัวต่อทางลาดของแต่ละชั้น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83680" y="21305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ข้อจำกัดที่ระบุไว้อย่างชัดเจน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65176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ระบบจะทำงานได้ผลดีเมื่อที่จอดรถมีความหนาแน่นช่วง 70–95% เท่านั้น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ต้องมีระบบ hysteresis กันคำแนะนำสลับไปสลับมาบ่อยเกินไป และวัดความถี่นี้เป็น KPI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การสร้างความมั่นใจให้คนขับกลับมาเชื่อป้ายต้องใช้เวลาหลายสัปดาห์ — จึงวัดผลด้วย “อัตราที่คนขับปฏิบัติตามป้าย” แทนการอ้างว่าพฤติกรรมเปลี่ยนไปแล้วโดยพิสูจน์ไม่ได้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3" name="Image 0" descr="icons/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08 · USER EXPERIENCE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ประสบการณ์ของผู้ใช้งาน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Readable in two seconds at 15 km/h — and useful long after the drive ends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167128"/>
            <a:ext cx="548640" cy="54864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9" name="Image 1" descr="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042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240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สำหรับผู้มาใช้บริการ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92608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อ่านเข้าใจได้ภายใน 1–2 วินาที ขณะขับด้วยความเร็ว 15 km/h ด้วยตัวหนังสือขนาดใหญ่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มีตัวเลข 2 ค่ายืนยันข้อมูลด้านล่าง ไม่ใช่โจทย์เลขที่ผู้ขับขี่ต้องคำนวณเอง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ติดตั้งตรงทางแยกของทางลาด จุดที่คนขับต้องตัดสินใจจริงว่าจะเลี้ยวเข้าจอดหรือขับต่อไป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68680" y="5303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เข้าได้เลย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246120" y="5303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24612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92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ขึ้นชั้นบน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2167128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8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042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22402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สำหรับพนักงานและร้านค้าเช่า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83680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เจ้าหน้าที่จัดระเบียบรถและ รปภ. ไม่ต้องเข้าเวรท่ามกลางควันไอเสียของรถที่วนหาที่จอดอีกต่อไป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เซนเซอร์วัดอากาศตัวเดียวกันบันทึกข้อมูลสภาพแวดล้อมการทำงานต่อเนื่อง ซึ่งไม่เคยมีการตรวจวัดมาก่อน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ข้อมูลการแย่งชิงช่องจอดรายชั้น/รายชั่วโมง บอกได้ว่าชั้นใดเต็มก่อน และควรจัดสรรพนักงานไว้ตรงจุดใด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9823" y="475488"/>
            <a:ext cx="713232" cy="71323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999" y="646664"/>
            <a:ext cx="370881" cy="3708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09 · MEASUREMENT &amp; KPIs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0467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การวัดผลและตัวชี้วัดผลกระทบ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The system grades itself — with a built-in guardrail against a misleading win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965960"/>
            <a:ext cx="32461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Little's Law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34640"/>
            <a:ext cx="3246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ตัวชี้วัดหลัก: เวลาเฉลี่ยที่ใช้หาที่จอด = รถที่กำลังหาที่จอด ÷ อัตรารถเข้าต่อนาที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965960"/>
            <a:ext cx="32461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A87D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 สัปดาห์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834640"/>
            <a:ext cx="3246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เก็บข้อมูล baseline ก่อนเปิดป้ายใหม่ทีละชั้น แล้วสลับชั้นกันในสัปดาห์ถัดไป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9EEF2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75320" y="1965960"/>
            <a:ext cx="324612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9A00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Guardrail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834640"/>
            <a:ext cx="3246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รายงานจำนวนรถทั้งหมดที่เข้ามาคู่กันเสมอ กันไม่ให้ตัดตัวเลขที่ไม่เป็นผลดีทิ้ง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8680" y="3931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ตัวชี้วัดรอง และเงื่อนไขความล้มเหลว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325112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7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เก็บข้อมูลเพิ่มอีก 5 อย่าง: อัตราที่คนขับทำตามคำแนะนำ, จำนวนชั้นที่ต้องขับผ่านก่อนได้จอด, ความยาวแถวรถตรงทางลาด, ปริมาณ CO/PM2.5 พร้อมชั่วโมงพัดลมระบายอากาศ, และความถี่ในการเปลี่ยนคำแนะนำ</a:t>
            </a:r>
            <a:endParaRPr lang="en-US" sz="127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70" dirty="0">
                <a:solidFill>
                  <a:srgbClr val="1B2A41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ตั้งเงื่อนไขไว้ล่วงหน้า: ทุกครั้งที่รายงานเวลาที่ประหยัดได้ ต้องรายงานจำนวนรถทั้งหมดที่เข้ามาคู่กันเสมอ — หากตัวเลขนี้เพิ่มขึ้นผิดปกติ แปลว่าโครงการทำให้คนอยากขับรถมาศูนย์การค้ามากขึ้น และจะรายงานว่าโครงการนี้ล้มเหลว</a:t>
            </a:r>
            <a:endParaRPr lang="en-US" sz="127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URGENT SUD SUD  ·  NO CAP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0192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389120"/>
            <a:ext cx="5029200" cy="5029200"/>
          </a:xfrm>
          <a:prstGeom prst="ellipse">
            <a:avLst/>
          </a:prstGeom>
          <a:solidFill>
            <a:srgbClr val="10192A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5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3317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ขอบคุณครับ/ค่ะ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0" y="30632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0AF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896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No Cap — ป้ายนี้ไม่มีหลอก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E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ทีม Urgent Sud Sud  ·  MUICT &amp; THE MALL Hackathon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2026-09-03T11:50:10Z</dcterms:created>
  <dcterms:modified xsi:type="dcterms:W3CDTF">2026-09-03T11:50:10Z</dcterms:modified>
</cp:coreProperties>
</file>